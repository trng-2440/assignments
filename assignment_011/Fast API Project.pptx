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59"/>
  </p:normalViewPr>
  <p:slideViewPr>
    <p:cSldViewPr snapToGrid="0">
      <p:cViewPr varScale="1">
        <p:scale>
          <a:sx n="104" d="100"/>
          <a:sy n="104" d="100"/>
        </p:scale>
        <p:origin x="2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3B0B7-228F-9A41-9E09-CC96B7D98EE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851AF-CA31-944A-A604-29265F8A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6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851AF-CA31-944A-A604-29265F8A5F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62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E06F8-8B36-FDBE-4037-19744C17B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64534F-8165-1329-A248-36CB90F85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84750-F7ED-7EF0-4058-9476E370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6F6BB-C8E6-914A-2935-53DBB0CF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42F32-E290-077A-DB37-177220E7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77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32FA1-812D-E87C-E37C-99254274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A9543-FEEF-3486-36BB-F4B62F8A9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56E8B-0AEE-024B-0C6D-604FC2056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9D44B-B5DE-EF41-38DA-3FCE69DA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385FE-7E1D-3614-411A-C617A607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84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8187-BD4A-50E7-B38B-8A760A25F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5D8AD-7AB1-74EB-264F-5D8E89B28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3F280-1B98-8B1A-77BD-4E2C21F4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D06A-D1B0-A774-683E-847DDA5D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87106-F99A-6090-E04F-B87B38306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7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BF88-C19D-F6E2-9594-B2451ACA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9261-070A-FB0D-51A8-EEC5C65CE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9A391-AB18-D942-8650-C9C733F87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619E4-5410-99D6-702F-6E68FAD60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00CF7-82D6-C2DB-9DAE-CF0A82FA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204C5-715E-AD8A-EE2C-F3425A09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0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05FA-19CF-93A0-DBB5-19F7EDD6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0776E-8FE7-42C5-4B1C-28D96AFFE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E7F3F-7939-AA5A-D110-F4FAC2AFA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773D4-149C-A42A-88CD-4400D4431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02EB4B-062D-952B-9D68-E52F6FC1F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4176C-8974-4E56-3C94-E42C18AB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FE13C-6C24-86B7-D00E-23FF36C6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332911-F940-1CAA-2C20-56C01D68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2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4C02-CE6C-B798-D897-4BF908AE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44D577-3B3F-6D7D-E8D5-A2DF80B9E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25FE3-B536-90E1-FF6C-F0A7BE53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FF265-BE1F-F734-B477-D3971D44E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0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37158-2E1F-892F-03A7-D18F5B3A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369E6-70F9-43D6-6E12-0E9BE8D62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46C5F-2AC3-4E3E-7806-9A33BD9B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6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404CD-479F-EACD-2E37-11C0DDE1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F16E-B626-BA6C-8313-7BA1E12BE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2AF9E-C511-9A3A-1FE5-49FF98FBF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2F10C-DBD8-4DBF-A5B8-D8FB1CEB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38128-51A0-C79B-3EB5-997F808D5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03E8B-8FEE-B1A4-1ABB-0950F8C1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5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0EC3-93C2-D52C-E1A9-7B35421A1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6BA7C-F483-BD54-3E6E-E726B487F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3568B-F62C-F962-35A7-45A6E5BAD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FC00F-E5A5-4940-1ECC-F1DE328B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73BE5-5CA5-AC85-F7D4-38069DE56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4B245-5067-4F6C-C97B-1F659C3E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19749-7E5D-61A9-FD4C-B121FB93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83C7E-41AD-3AAA-DD9C-07D45B1F8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4F5DB-5545-67B0-205A-49F6D2E8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58826-6115-091C-1A03-C5399993C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96518-5DE6-F69B-1112-13F611E8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4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B356D8-16ED-0E68-EE6A-5D7038E69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0EDEA-74C1-BA06-FC13-83123E107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E1578-4CF9-15FC-4030-7A7DC680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C870E-6BB3-5528-B121-14F2BFF3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6156B-791F-EA4B-15A1-CA774B4E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4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ADE105-B628-7159-16F0-1D781895A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DAC83-4DDA-76B6-0B90-9D07BC842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2B27D-5C4D-632D-DA9E-E152D6113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9818A-9277-904E-9374-833B39FE4622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D8F72-0C2E-A526-E14B-57F3940F0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D2BA0-C91B-73D5-0109-B451674C7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3C60E-7E15-B84A-8C08-9DFB45E4C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2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D84876-E0E2-D269-D76C-EEF5F56A5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94" y="-113230"/>
            <a:ext cx="12393297" cy="69712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C013E0-5059-1A33-915F-B35180F8F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9492" y="1518184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latin typeface="DIN Condensed" pitchFamily="2" charset="0"/>
                <a:cs typeface="Arima Koshi" pitchFamily="2" charset="77"/>
              </a:rPr>
              <a:t>Fast API Project</a:t>
            </a:r>
            <a:br>
              <a:rPr lang="en-US" sz="7200" dirty="0">
                <a:latin typeface="DIN Condensed" pitchFamily="2" charset="0"/>
                <a:cs typeface="Arima Koshi" pitchFamily="2" charset="77"/>
              </a:rPr>
            </a:br>
            <a:r>
              <a:rPr lang="en-US" sz="7200" dirty="0">
                <a:latin typeface="DIN Condensed" pitchFamily="2" charset="0"/>
                <a:cs typeface="Arima Koshi" pitchFamily="2" charset="77"/>
              </a:rPr>
              <a:t>Meal Planner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15880-3F48-83D0-7FAA-CFDDFC61F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832" y="3743858"/>
            <a:ext cx="9144000" cy="1655762"/>
          </a:xfrm>
        </p:spPr>
        <p:txBody>
          <a:bodyPr/>
          <a:lstStyle/>
          <a:p>
            <a:r>
              <a:rPr lang="en-US" dirty="0"/>
              <a:t>By Kyle Drewes</a:t>
            </a:r>
          </a:p>
        </p:txBody>
      </p:sp>
    </p:spTree>
    <p:extLst>
      <p:ext uri="{BB962C8B-B14F-4D97-AF65-F5344CB8AC3E}">
        <p14:creationId xmlns:p14="http://schemas.microsoft.com/office/powerpoint/2010/main" val="264600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2D02-6D1C-5DD2-27A7-95792F9D0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8E1D9-78DA-CC3B-2CBB-05FA201C4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8F9F5-DE0A-5281-DDDB-9D7C37B1C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6615"/>
            <a:ext cx="12393297" cy="697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94F36B-64E3-B534-D54E-877EDE1D8088}"/>
              </a:ext>
            </a:extLst>
          </p:cNvPr>
          <p:cNvSpPr txBox="1"/>
          <p:nvPr/>
        </p:nvSpPr>
        <p:spPr>
          <a:xfrm>
            <a:off x="141602" y="-137940"/>
            <a:ext cx="7612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DIN Condensed" pitchFamily="2" charset="0"/>
                <a:cs typeface="Arima Koshi" pitchFamily="2" charset="77"/>
              </a:rPr>
              <a:t>About</a:t>
            </a:r>
            <a:endParaRPr lang="en-US" sz="6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D7B6C1-5D06-2697-38F2-6FBA8916882D}"/>
              </a:ext>
            </a:extLst>
          </p:cNvPr>
          <p:cNvSpPr txBox="1"/>
          <p:nvPr/>
        </p:nvSpPr>
        <p:spPr>
          <a:xfrm>
            <a:off x="141602" y="916314"/>
            <a:ext cx="54213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</a:t>
            </a:r>
            <a:r>
              <a:rPr lang="en-US" sz="2000" dirty="0"/>
              <a:t> Allows user to produce recipe and meal plans</a:t>
            </a:r>
          </a:p>
          <a:p>
            <a:r>
              <a:rPr lang="en-US" sz="2000" dirty="0">
                <a:latin typeface="KoHo" pitchFamily="2" charset="-34"/>
                <a:cs typeface="KoHo" pitchFamily="2" charset="-34"/>
              </a:rPr>
              <a:t>• </a:t>
            </a:r>
            <a:r>
              <a:rPr lang="en-US" sz="2000" dirty="0"/>
              <a:t>User can create, modify or delete recipes and meal plan</a:t>
            </a:r>
            <a:endParaRPr lang="en-US" sz="2000" dirty="0">
              <a:latin typeface="KoHo" pitchFamily="2" charset="-34"/>
              <a:cs typeface="KoHo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4192F-7E40-56A0-5938-ADE62C81A5C8}"/>
              </a:ext>
            </a:extLst>
          </p:cNvPr>
          <p:cNvSpPr txBox="1"/>
          <p:nvPr/>
        </p:nvSpPr>
        <p:spPr>
          <a:xfrm>
            <a:off x="141602" y="2269318"/>
            <a:ext cx="6383214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/>
              <a:t>Input:</a:t>
            </a:r>
          </a:p>
          <a:p>
            <a:br>
              <a:rPr lang="en-US" sz="1800" dirty="0"/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Recipes: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sz="1700" dirty="0">
                <a:latin typeface="KoHo" pitchFamily="2" charset="-34"/>
                <a:cs typeface="KoHo" pitchFamily="2" charset="-34"/>
              </a:rPr>
              <a:t>Name of recipe</a:t>
            </a:r>
            <a:br>
              <a:rPr lang="en-US" sz="1700" dirty="0">
                <a:latin typeface="KoHo" pitchFamily="2" charset="-34"/>
                <a:cs typeface="KoHo" pitchFamily="2" charset="-34"/>
              </a:rPr>
            </a:br>
            <a:r>
              <a:rPr lang="en-US" sz="1700" dirty="0">
                <a:latin typeface="KoHo" pitchFamily="2" charset="-34"/>
                <a:cs typeface="KoHo" pitchFamily="2" charset="-34"/>
              </a:rPr>
              <a:t>○ List of ingredients  </a:t>
            </a:r>
            <a:br>
              <a:rPr lang="en-US" sz="1700" dirty="0">
                <a:latin typeface="KoHo" pitchFamily="2" charset="-34"/>
                <a:cs typeface="KoHo" pitchFamily="2" charset="-34"/>
              </a:rPr>
            </a:br>
            <a:r>
              <a:rPr lang="en-US" sz="1700" dirty="0">
                <a:latin typeface="KoHo" pitchFamily="2" charset="-34"/>
                <a:cs typeface="KoHo" pitchFamily="2" charset="-34"/>
              </a:rPr>
              <a:t>○ Instructions (optional</a:t>
            </a:r>
            <a:r>
              <a:rPr lang="en-US" sz="1800" dirty="0">
                <a:latin typeface="KoHo" pitchFamily="2" charset="-34"/>
                <a:cs typeface="KoHo" pitchFamily="2" charset="-34"/>
              </a:rPr>
              <a:t>)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Meal plan: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Name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Recipe ID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Day of week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Type of meal</a:t>
            </a:r>
          </a:p>
          <a:p>
            <a:endParaRPr lang="en-US" sz="1100" dirty="0">
              <a:latin typeface="KoHo" pitchFamily="2" charset="-34"/>
              <a:cs typeface="KoHo" pitchFamily="2" charset="-34"/>
            </a:endParaRPr>
          </a:p>
          <a:p>
            <a:br>
              <a:rPr lang="en-US" sz="1100" dirty="0">
                <a:latin typeface="KoHo" pitchFamily="2" charset="-34"/>
                <a:cs typeface="KoHo" pitchFamily="2" charset="-34"/>
              </a:rPr>
            </a:br>
            <a:endParaRPr lang="en-US" sz="1100" dirty="0">
              <a:latin typeface="KoHo" pitchFamily="2" charset="-34"/>
              <a:cs typeface="KoHo" pitchFamily="2" charset="-34"/>
            </a:endParaRPr>
          </a:p>
          <a:p>
            <a:endParaRPr lang="en-US" dirty="0">
              <a:latin typeface="KoHo" pitchFamily="2" charset="-34"/>
              <a:cs typeface="KoHo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802BB5-89C8-CA7F-D60B-779E1C6BE877}"/>
              </a:ext>
            </a:extLst>
          </p:cNvPr>
          <p:cNvSpPr txBox="1"/>
          <p:nvPr/>
        </p:nvSpPr>
        <p:spPr>
          <a:xfrm>
            <a:off x="2603209" y="2258685"/>
            <a:ext cx="62689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/>
              <a:t>Output:</a:t>
            </a:r>
          </a:p>
          <a:p>
            <a:br>
              <a:rPr lang="en-US" sz="1800" dirty="0"/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Recipes: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Recipe id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Name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Created at</a:t>
            </a:r>
          </a:p>
          <a:p>
            <a:r>
              <a:rPr lang="en-US" sz="1800" dirty="0">
                <a:latin typeface="KoHo" pitchFamily="2" charset="-34"/>
                <a:cs typeface="KoHo" pitchFamily="2" charset="-34"/>
              </a:rPr>
              <a:t>○ Ingredients</a:t>
            </a:r>
          </a:p>
          <a:p>
            <a:r>
              <a:rPr lang="en-US" sz="1800" dirty="0">
                <a:latin typeface="KoHo" pitchFamily="2" charset="-34"/>
                <a:cs typeface="KoHo" pitchFamily="2" charset="-34"/>
              </a:rPr>
              <a:t>○ Instructions 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Meal plan: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Name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Recipe ingredients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Meal id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Recipe id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Created at</a:t>
            </a:r>
            <a:br>
              <a:rPr lang="en-US" sz="1800" dirty="0">
                <a:latin typeface="KoHo" pitchFamily="2" charset="-34"/>
                <a:cs typeface="KoHo" pitchFamily="2" charset="-34"/>
              </a:rPr>
            </a:br>
            <a:r>
              <a:rPr lang="en-US" sz="1800" dirty="0">
                <a:latin typeface="KoHo" pitchFamily="2" charset="-34"/>
                <a:cs typeface="KoHo" pitchFamily="2" charset="-34"/>
              </a:rPr>
              <a:t>○ Meal</a:t>
            </a: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5EE3B-6FE2-BB12-1EB1-44BAF139D486}"/>
              </a:ext>
            </a:extLst>
          </p:cNvPr>
          <p:cNvSpPr txBox="1"/>
          <p:nvPr/>
        </p:nvSpPr>
        <p:spPr>
          <a:xfrm>
            <a:off x="6770617" y="1216857"/>
            <a:ext cx="6424246" cy="46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br>
              <a:rPr lang="en-US" sz="1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846415-C969-DF7A-EF63-A8C89F9F19FD}"/>
              </a:ext>
            </a:extLst>
          </p:cNvPr>
          <p:cNvSpPr txBox="1"/>
          <p:nvPr/>
        </p:nvSpPr>
        <p:spPr>
          <a:xfrm>
            <a:off x="4933825" y="2469746"/>
            <a:ext cx="24973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{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"name": "Pasta 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Piseli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"ingredients": [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{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ingredient_name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": "Ditalini",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"measurement": "Half a bag",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"notes": "N/A"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},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{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ingredient_name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": "White onion",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"measurement": "Half an onion",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"notes": "Minced"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},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{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ingredient_name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": "Peas",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"measurement": "A bag",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"notes": "N/A"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},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{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ingredient_name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": "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Panceta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"measurement": "Quarter cup",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"notes": "Minced"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},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{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ingredient_name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": "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Parmasean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/Pecorino",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"measurement": "Use at your risk",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  "notes": "Minced"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  }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],</a:t>
            </a:r>
          </a:p>
          <a:p>
            <a:pPr marL="0" marR="0">
              <a:buNone/>
            </a:pPr>
            <a:r>
              <a:rPr lang="en-US" sz="800" dirty="0">
                <a:effectLst/>
                <a:latin typeface="Helvetica Neue" panose="02000503000000020004" pitchFamily="2" charset="0"/>
              </a:rPr>
              <a:t>  "instructions": "</a:t>
            </a:r>
            <a:r>
              <a:rPr lang="en-US" sz="800" dirty="0" err="1">
                <a:effectLst/>
                <a:latin typeface="Helvetica Neue" panose="02000503000000020004" pitchFamily="2" charset="0"/>
              </a:rPr>
              <a:t>Saute</a:t>
            </a:r>
            <a:r>
              <a:rPr lang="en-US" sz="800" dirty="0">
                <a:effectLst/>
                <a:latin typeface="Helvetica Neue" panose="02000503000000020004" pitchFamily="2" charset="0"/>
              </a:rPr>
              <a:t> onions and pancetta at medium heat until mostly cooked, then add peas for several minutes. Add a cup of water. Take half the mixture out and blend until pureed. Add Ditalini to the pot, return puree, and cook 15-20 minutes adding water as needed."}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66AE5-AFBE-4450-EE7E-0AD37CC1CCA2}"/>
              </a:ext>
            </a:extLst>
          </p:cNvPr>
          <p:cNvSpPr txBox="1"/>
          <p:nvPr/>
        </p:nvSpPr>
        <p:spPr>
          <a:xfrm>
            <a:off x="4962160" y="2173087"/>
            <a:ext cx="6778256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/>
              <a:t>Recipe JSON: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17565-8AD2-1F3D-3F65-5F78E1B006E7}"/>
              </a:ext>
            </a:extLst>
          </p:cNvPr>
          <p:cNvSpPr txBox="1"/>
          <p:nvPr/>
        </p:nvSpPr>
        <p:spPr>
          <a:xfrm>
            <a:off x="7336003" y="2660109"/>
            <a:ext cx="18944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{</a:t>
            </a:r>
          </a:p>
          <a:p>
            <a:r>
              <a:rPr lang="en-US" sz="1000" dirty="0"/>
              <a:t>  "name": "Pasta </a:t>
            </a:r>
            <a:r>
              <a:rPr lang="en-US" sz="1000" dirty="0" err="1"/>
              <a:t>Piseli</a:t>
            </a:r>
            <a:r>
              <a:rPr lang="en-US" sz="1000" dirty="0"/>
              <a:t>",</a:t>
            </a:r>
          </a:p>
          <a:p>
            <a:r>
              <a:rPr lang="en-US" sz="1000" dirty="0"/>
              <a:t>  "</a:t>
            </a:r>
            <a:r>
              <a:rPr lang="en-US" sz="1000" dirty="0" err="1"/>
              <a:t>recipe_id</a:t>
            </a:r>
            <a:r>
              <a:rPr lang="en-US" sz="1000" dirty="0"/>
              <a:t>": "daeca6e3-d740-4aa4-9cd0-f8adc6956b8d",</a:t>
            </a:r>
          </a:p>
          <a:p>
            <a:r>
              <a:rPr lang="en-US" sz="1000" dirty="0"/>
              <a:t>  "day": "Monday",</a:t>
            </a:r>
          </a:p>
          <a:p>
            <a:r>
              <a:rPr lang="en-US" sz="1000" dirty="0"/>
              <a:t>  "meal": "Breakfast"</a:t>
            </a:r>
          </a:p>
          <a:p>
            <a:r>
              <a:rPr lang="en-US" sz="1000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EC839-1E78-A568-AAF1-E0B082C98B58}"/>
              </a:ext>
            </a:extLst>
          </p:cNvPr>
          <p:cNvSpPr txBox="1"/>
          <p:nvPr/>
        </p:nvSpPr>
        <p:spPr>
          <a:xfrm>
            <a:off x="7178752" y="2256084"/>
            <a:ext cx="11287281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/>
              <a:t>Meal Plan JSON: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69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F7E6-9DE9-EE44-8D44-5BE75CB6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D727-410F-EBF7-DB8D-8DB3EACBA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5ADA2-4509-FB90-B263-A5EC973AB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41" y="-113230"/>
            <a:ext cx="12393297" cy="697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E456D3-11E5-B498-4041-D0A594178C9C}"/>
              </a:ext>
            </a:extLst>
          </p:cNvPr>
          <p:cNvSpPr txBox="1"/>
          <p:nvPr/>
        </p:nvSpPr>
        <p:spPr>
          <a:xfrm>
            <a:off x="6331966" y="203983"/>
            <a:ext cx="643010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9B69AC-2A98-6379-DA39-62EB450F1E8A}"/>
              </a:ext>
            </a:extLst>
          </p:cNvPr>
          <p:cNvSpPr txBox="1"/>
          <p:nvPr/>
        </p:nvSpPr>
        <p:spPr>
          <a:xfrm>
            <a:off x="138200" y="-7946"/>
            <a:ext cx="62894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DIN Condensed" pitchFamily="2" charset="0"/>
                <a:cs typeface="Arima Koshi" pitchFamily="2" charset="77"/>
              </a:rPr>
              <a:t>Design</a:t>
            </a:r>
            <a:endParaRPr lang="en-US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57AC6-27FB-294C-39FC-3B918A0CE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667" y="1168098"/>
            <a:ext cx="2476500" cy="31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531B78-B6A6-4FAB-BED3-4450BCF65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391" y="1129399"/>
            <a:ext cx="2117256" cy="369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158E8D-4B07-B399-5601-48BCFEB3A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716" y="3740600"/>
            <a:ext cx="2296233" cy="362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64A380-AC97-5BA9-A161-D18BECCA6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967" y="1142654"/>
            <a:ext cx="2296234" cy="3429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B8FDFF-69B5-3500-875F-9164D2B0F2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967" y="3815997"/>
            <a:ext cx="2311333" cy="3625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1FCB86-87BA-4E13-C3E5-313C376FF5D4}"/>
              </a:ext>
            </a:extLst>
          </p:cNvPr>
          <p:cNvSpPr txBox="1"/>
          <p:nvPr/>
        </p:nvSpPr>
        <p:spPr>
          <a:xfrm>
            <a:off x="11723" y="1726083"/>
            <a:ext cx="36669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 Declares </a:t>
            </a:r>
            <a:r>
              <a:rPr lang="en-US" dirty="0" err="1"/>
              <a:t>FastAPI</a:t>
            </a:r>
            <a:r>
              <a:rPr lang="en-US" dirty="0"/>
              <a:t> object</a:t>
            </a:r>
          </a:p>
          <a:p>
            <a:r>
              <a:rPr lang="en-US" dirty="0"/>
              <a:t>• Implements </a:t>
            </a:r>
            <a:r>
              <a:rPr lang="en-US" dirty="0" err="1"/>
              <a:t>APIRouter</a:t>
            </a:r>
            <a:r>
              <a:rPr lang="en-US" dirty="0"/>
              <a:t> instances:</a:t>
            </a:r>
          </a:p>
          <a:p>
            <a:r>
              <a:rPr lang="en-US" dirty="0">
                <a:latin typeface="KoHo" pitchFamily="2" charset="-34"/>
                <a:cs typeface="KoHo" pitchFamily="2" charset="-34"/>
              </a:rPr>
              <a:t>   ○ </a:t>
            </a:r>
            <a:r>
              <a:rPr lang="en-US" dirty="0" err="1"/>
              <a:t>recipeRouter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 err="1"/>
              <a:t>mealPlanRouter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DA035-E21E-0A0F-DF62-AC2BB91010E1}"/>
              </a:ext>
            </a:extLst>
          </p:cNvPr>
          <p:cNvSpPr txBox="1"/>
          <p:nvPr/>
        </p:nvSpPr>
        <p:spPr>
          <a:xfrm>
            <a:off x="22424" y="4392464"/>
            <a:ext cx="34621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Consists of HTTP Basic Auth</a:t>
            </a:r>
            <a:br>
              <a:rPr lang="en-US" dirty="0"/>
            </a:br>
            <a:r>
              <a:rPr lang="en-US" dirty="0"/>
              <a:t>• Display authenticated users</a:t>
            </a:r>
          </a:p>
          <a:p>
            <a:r>
              <a:rPr lang="en-US" dirty="0"/>
              <a:t>• Verifies user login credentials</a:t>
            </a:r>
          </a:p>
          <a:p>
            <a:r>
              <a:rPr lang="en-US" dirty="0"/>
              <a:t>• Utilizes input validation to prevent timing attacks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1B8642-8870-EDDF-BD88-CEE50777E7D7}"/>
              </a:ext>
            </a:extLst>
          </p:cNvPr>
          <p:cNvSpPr txBox="1"/>
          <p:nvPr/>
        </p:nvSpPr>
        <p:spPr>
          <a:xfrm>
            <a:off x="4198964" y="1613558"/>
            <a:ext cx="39730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 Contains file criteria such as:</a:t>
            </a:r>
          </a:p>
          <a:p>
            <a:r>
              <a:rPr lang="en-US" dirty="0"/>
              <a:t>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/>
              <a:t>directory paths</a:t>
            </a:r>
          </a:p>
          <a:p>
            <a:r>
              <a:rPr lang="en-US" dirty="0"/>
              <a:t>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/>
              <a:t>Functions used to read/write files</a:t>
            </a:r>
          </a:p>
          <a:p>
            <a:r>
              <a:rPr lang="en-US" dirty="0"/>
              <a:t>• Converts data from JSON format to</a:t>
            </a:r>
          </a:p>
          <a:p>
            <a:r>
              <a:rPr lang="en-US" dirty="0"/>
              <a:t>Python readable format and vice versa</a:t>
            </a:r>
          </a:p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038C52-CA0F-E378-7395-BD74CA79B534}"/>
              </a:ext>
            </a:extLst>
          </p:cNvPr>
          <p:cNvSpPr txBox="1"/>
          <p:nvPr/>
        </p:nvSpPr>
        <p:spPr>
          <a:xfrm>
            <a:off x="4282716" y="4310758"/>
            <a:ext cx="34621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 Consists of:</a:t>
            </a:r>
          </a:p>
          <a:p>
            <a:r>
              <a:rPr lang="en-US" dirty="0"/>
              <a:t> 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/>
              <a:t>Enums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/>
              <a:t>Schema design for Recipes and Meal Planner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67F5EF-E34D-76A5-1443-1B873518D0E5}"/>
              </a:ext>
            </a:extLst>
          </p:cNvPr>
          <p:cNvSpPr txBox="1"/>
          <p:nvPr/>
        </p:nvSpPr>
        <p:spPr>
          <a:xfrm>
            <a:off x="8387904" y="1662985"/>
            <a:ext cx="40171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 Router configurations</a:t>
            </a:r>
          </a:p>
          <a:p>
            <a:r>
              <a:rPr lang="en-US" dirty="0"/>
              <a:t>• Controllers functions</a:t>
            </a:r>
          </a:p>
          <a:p>
            <a:r>
              <a:rPr lang="en-US" dirty="0"/>
              <a:t> 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 err="1"/>
              <a:t>Create_Recipe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 err="1"/>
              <a:t>Get_All_Recipes</a:t>
            </a:r>
            <a:r>
              <a:rPr lang="en-US" dirty="0"/>
              <a:t>()</a:t>
            </a:r>
          </a:p>
          <a:p>
            <a:r>
              <a:rPr lang="en-US" dirty="0">
                <a:latin typeface="KoHo" pitchFamily="2" charset="-34"/>
                <a:cs typeface="KoHo" pitchFamily="2" charset="-34"/>
              </a:rPr>
              <a:t>   ○ </a:t>
            </a:r>
            <a:r>
              <a:rPr lang="en-US" dirty="0" err="1"/>
              <a:t>Get_Single_Recipe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 err="1"/>
              <a:t>Update_Recipe</a:t>
            </a:r>
            <a:r>
              <a:rPr lang="en-US" dirty="0"/>
              <a:t>()</a:t>
            </a:r>
          </a:p>
          <a:p>
            <a:r>
              <a:rPr lang="en-US" dirty="0">
                <a:latin typeface="KoHo" pitchFamily="2" charset="-34"/>
                <a:cs typeface="KoHo" pitchFamily="2" charset="-34"/>
              </a:rPr>
              <a:t>   ○ </a:t>
            </a:r>
            <a:r>
              <a:rPr lang="en-US" dirty="0" err="1"/>
              <a:t>Delete_Recipe</a:t>
            </a:r>
            <a:r>
              <a:rPr lang="en-US" dirty="0"/>
              <a:t>()</a:t>
            </a:r>
          </a:p>
          <a:p>
            <a:r>
              <a:rPr lang="en-US" dirty="0">
                <a:latin typeface="KoHo" pitchFamily="2" charset="-34"/>
                <a:cs typeface="KoHo" pitchFamily="2" charset="-34"/>
              </a:rPr>
              <a:t>   ○ </a:t>
            </a:r>
            <a:r>
              <a:rPr lang="en-US" dirty="0" err="1"/>
              <a:t>Create_Meal_Plan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 err="1"/>
              <a:t>Get_Single_Meal_Plan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KoHo" pitchFamily="2" charset="-34"/>
                <a:cs typeface="KoHo" pitchFamily="2" charset="-34"/>
              </a:rPr>
              <a:t>○ </a:t>
            </a:r>
            <a:r>
              <a:rPr lang="en-US" dirty="0" err="1"/>
              <a:t>Get_All_Meal_Plans</a:t>
            </a:r>
            <a:r>
              <a:rPr lang="en-US" dirty="0"/>
              <a:t>()</a:t>
            </a:r>
          </a:p>
          <a:p>
            <a:r>
              <a:rPr lang="en-US" dirty="0">
                <a:latin typeface="KoHo" pitchFamily="2" charset="-34"/>
                <a:cs typeface="KoHo" pitchFamily="2" charset="-34"/>
              </a:rPr>
              <a:t>   ○ </a:t>
            </a:r>
            <a:r>
              <a:rPr lang="en-US" dirty="0" err="1"/>
              <a:t>Update_Meal_Plan</a:t>
            </a:r>
            <a:r>
              <a:rPr lang="en-US" dirty="0"/>
              <a:t>()</a:t>
            </a:r>
          </a:p>
          <a:p>
            <a:r>
              <a:rPr lang="en-US" dirty="0">
                <a:latin typeface="KoHo" pitchFamily="2" charset="-34"/>
                <a:cs typeface="KoHo" pitchFamily="2" charset="-34"/>
              </a:rPr>
              <a:t>   ○ </a:t>
            </a:r>
            <a:r>
              <a:rPr lang="en-US" dirty="0" err="1"/>
              <a:t>Delete_Meal_Plan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617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568</Words>
  <Application>Microsoft Macintosh PowerPoint</Application>
  <PresentationFormat>Widescreen</PresentationFormat>
  <Paragraphs>85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DIN Condensed</vt:lpstr>
      <vt:lpstr>Helvetica Neue</vt:lpstr>
      <vt:lpstr>KoHo</vt:lpstr>
      <vt:lpstr>Menlo</vt:lpstr>
      <vt:lpstr>Office Theme</vt:lpstr>
      <vt:lpstr>Fast API Project Meal Planner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Drewes</dc:creator>
  <cp:lastModifiedBy>Kyle Drewes</cp:lastModifiedBy>
  <cp:revision>13</cp:revision>
  <dcterms:created xsi:type="dcterms:W3CDTF">2026-06-23T04:13:55Z</dcterms:created>
  <dcterms:modified xsi:type="dcterms:W3CDTF">2026-06-23T18:16:37Z</dcterms:modified>
</cp:coreProperties>
</file>