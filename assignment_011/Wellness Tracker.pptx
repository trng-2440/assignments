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5665-6FF8-1AF9-606E-AF83141A2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075A2-569C-36C2-9DC8-3F5AF8F29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D2808-EAEF-B460-65B6-E6CC9F5F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1171D-782C-31E5-B288-5A42914E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A951D-04A6-EE76-059C-6CA2D0C7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3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3D1D-3170-E1EF-2814-3B4EDC9A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4584F-8488-52A4-2332-9D38BA409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ABF59-535B-C430-10DB-7B232611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6A8EC-3C85-7A75-613A-C1DFEFBD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53D5F-8FFE-E072-D089-22950EF1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2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5171-935E-41AD-EBD7-08011261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3039D-6042-F89C-FCB9-0D40F4691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6C79-6F59-670F-C0DE-60DC4119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0C032-BD64-73A2-314D-2E12E1C0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38548-4BA4-F000-7113-03F8030F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28E1-9298-48EE-13D4-A2DDA241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5A19F-E19C-9624-D5D7-3EEADD2C4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2BD39-1783-25A0-224C-BBB91047E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32FFD-0796-32FF-CD86-79E38495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95CB-2EF6-A04F-0572-301164FA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566CC-9DE1-6B66-850E-DBB1B608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4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9C4A-B821-EB1F-C0CB-9F877B80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047A5-E514-2864-910C-81C554177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AD2D4-CE29-57DB-A535-04E1081A4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A9BF89-EA5C-2256-7AEC-81E1E1B4B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20D61-6E79-675F-228A-4AC76ED53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5BBF5-3689-3EFE-5233-7EF6AB26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7ED600-4A52-3B4E-10A1-FBA9163B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1461C-5332-E5D1-1CBB-CF4B15BF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6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3B37-8FF4-68AF-FD9C-B4DCF2C1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42F44-5CB8-3BB9-9CA5-AC4A9E00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87802-CDD1-80F2-0751-106D6651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A18F6-5751-B417-21EF-F7F7F1CE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3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BED64-0FED-B172-BF6A-F0374AA7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2C20C-8472-AF74-3156-A981924D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E184D-9235-4212-B790-93964602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9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1974-973A-8891-C653-72992EAEE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DC17D-B3A3-0FBD-11E1-C80B9024D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063A5-1BEB-032B-B81A-96D7BBEA4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7D98B-3172-AEBC-FF3A-8C60A15A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C803D-4795-A848-A176-FC093020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94667-B7CC-DB0D-4F9C-F4D8B8C0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39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2370-B5C6-982E-C434-240C59C24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56664-7F54-DF10-111C-09FEE31FB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C086C-EF56-FF10-D601-902182A3C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8E229-92A9-8099-AD03-D7F9774F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F1131-89DE-A537-C819-66F52F24E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A1EB5-18CE-61EE-B317-48177EB5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0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13E37-BEEF-61C9-C320-656A5362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80608-13DA-279C-4C62-7B3AFEDF6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2D51A-4588-32C2-E8D6-768E74DB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4D5C1-3687-4C8F-A88E-5047637C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942AE-11CA-9EC7-E646-236C631E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403BF-0E49-95FE-4D69-0C512DAB6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BFCA4-B561-567E-2384-587917876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F8E85-F8C4-294A-9ADA-1235911A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9045B-81F6-AD2B-242A-F4BE4B0EE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4CEDA-B699-81E3-90AA-3A26BCE5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7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F02673-7693-B5F7-BA9B-9FF2BAD5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87E8C-56F9-D073-FD6F-F8DDE8230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BFEFF-1524-29C3-926B-5EC536B44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4E0AE-B69E-440B-BCBB-3CAF09A1EEF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28E6A-C4E1-FB9C-6142-8E4D52EBB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D237D-FBF5-2FBC-869A-A83767C02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F0077-1194-4A9D-B81B-6ACE2E53D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46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6E110-9F71-B6F6-611E-C5D7B6679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Wellness Tracker</a:t>
            </a:r>
            <a:br>
              <a:rPr lang="en-US" sz="4000">
                <a:solidFill>
                  <a:schemeClr val="tx2"/>
                </a:solidFill>
              </a:rPr>
            </a:b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5E73C-80DB-01D0-5E58-EF96518F0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FastAPI Based Wellness Tracking Application</a:t>
            </a:r>
          </a:p>
        </p:txBody>
      </p:sp>
      <p:pic>
        <p:nvPicPr>
          <p:cNvPr id="7" name="Graphic 6" descr="Run">
            <a:extLst>
              <a:ext uri="{FF2B5EF4-FFF2-40B4-BE49-F238E27FC236}">
                <a16:creationId xmlns:a16="http://schemas.microsoft.com/office/drawing/2014/main" id="{B73F40F4-63E9-763F-D009-7FD9B894E7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750" y="1777534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4007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E1727-C686-6749-19E1-5F8EC1AD4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u="sng" dirty="0"/>
              <a:t>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FD428-1E0E-B7B7-F0CF-0D435D62E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b="1" u="sng" dirty="0"/>
              <a:t>Purpose</a:t>
            </a:r>
          </a:p>
          <a:p>
            <a:pPr marL="0" indent="0">
              <a:buNone/>
            </a:pPr>
            <a:r>
              <a:rPr lang="en-US" sz="2000" dirty="0"/>
              <a:t>The Wellness Tracker API allows users to:</a:t>
            </a:r>
          </a:p>
          <a:p>
            <a:r>
              <a:rPr lang="en-US" sz="2000" dirty="0"/>
              <a:t>Track daily wellness habits </a:t>
            </a:r>
          </a:p>
          <a:p>
            <a:r>
              <a:rPr lang="en-US" sz="2000" dirty="0"/>
              <a:t>Store wellness entries </a:t>
            </a:r>
          </a:p>
          <a:p>
            <a:r>
              <a:rPr lang="en-US" sz="2000" dirty="0"/>
              <a:t>Update existing entries </a:t>
            </a:r>
          </a:p>
          <a:p>
            <a:r>
              <a:rPr lang="en-US" sz="2000" dirty="0"/>
              <a:t>Delete entries </a:t>
            </a:r>
          </a:p>
          <a:p>
            <a:r>
              <a:rPr lang="en-US" sz="2000" dirty="0"/>
              <a:t>View wellness summaries</a:t>
            </a:r>
          </a:p>
          <a:p>
            <a:r>
              <a:rPr lang="en-US" sz="2000" dirty="0"/>
              <a:t>Secure access using an API key</a:t>
            </a:r>
            <a:endParaRPr lang="en-US" sz="2000" b="1" dirty="0"/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US" sz="2000" b="1" u="sng" dirty="0"/>
              <a:t>Technologies Used:</a:t>
            </a:r>
          </a:p>
          <a:p>
            <a:r>
              <a:rPr lang="en-US" sz="2000" b="1" dirty="0"/>
              <a:t>Python</a:t>
            </a:r>
            <a:r>
              <a:rPr lang="en-US" sz="2000" dirty="0"/>
              <a:t> – Programming language used to build the application </a:t>
            </a:r>
          </a:p>
          <a:p>
            <a:r>
              <a:rPr lang="en-US" sz="2000" b="1" dirty="0" err="1"/>
              <a:t>FastAPI</a:t>
            </a:r>
            <a:r>
              <a:rPr lang="en-US" sz="2000" dirty="0"/>
              <a:t> – Web framework for building the API endpoints </a:t>
            </a:r>
          </a:p>
          <a:p>
            <a:r>
              <a:rPr lang="en-US" sz="2000" b="1" dirty="0" err="1"/>
              <a:t>Pydantic</a:t>
            </a:r>
            <a:r>
              <a:rPr lang="en-US" sz="2000" dirty="0"/>
              <a:t> – Validates and structures request/response data </a:t>
            </a:r>
          </a:p>
          <a:p>
            <a:r>
              <a:rPr lang="en-US" sz="2000" b="1" dirty="0"/>
              <a:t>JSON Storage</a:t>
            </a:r>
            <a:r>
              <a:rPr lang="en-US" sz="2000" dirty="0"/>
              <a:t> – File-based system used to store data </a:t>
            </a:r>
          </a:p>
          <a:p>
            <a:r>
              <a:rPr lang="en-US" sz="2000" b="1" dirty="0"/>
              <a:t>Swagger UI</a:t>
            </a:r>
            <a:r>
              <a:rPr lang="en-US" sz="2000" dirty="0"/>
              <a:t> – Interactive interface for testing API endpoints </a:t>
            </a:r>
          </a:p>
          <a:p>
            <a:r>
              <a:rPr lang="en-US" sz="2000" b="1" dirty="0" err="1"/>
              <a:t>Uvicorn</a:t>
            </a:r>
            <a:r>
              <a:rPr lang="en-US" sz="2000" dirty="0"/>
              <a:t> – Server that runs and hosts the </a:t>
            </a:r>
            <a:r>
              <a:rPr lang="en-US" sz="2000" dirty="0" err="1"/>
              <a:t>FastAPI</a:t>
            </a:r>
            <a:r>
              <a:rPr lang="en-US" sz="2000" dirty="0"/>
              <a:t> application</a:t>
            </a:r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530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D67E6-08B5-9F8F-F4C5-D95A17083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u="sng">
                <a:solidFill>
                  <a:srgbClr val="FFFFFF"/>
                </a:solidFill>
              </a:rPr>
              <a:t>Components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25818-1A27-7E41-E41E-88643E3C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numCol="2" anchor="ctr">
            <a:normAutofit fontScale="92500" lnSpcReduction="20000"/>
          </a:bodyPr>
          <a:lstStyle/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Client (Swagger UI)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↓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Main.py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↓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Wellness Router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↓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Authentication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↓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Storage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↓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JSON Data File</a:t>
            </a:r>
          </a:p>
          <a:p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Responsibilities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Main.py → Application entry point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↓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Router → Handles requests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↓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Auth → Validates API keys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↓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Storage → Reads and writes data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↓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JSON → Persistent data storage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17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CCCC2-0838-87FC-F626-7A429F73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Wellness Entry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6AB12-005B-8FAA-2D62-0E8A821DC2F1}"/>
              </a:ext>
            </a:extLst>
          </p:cNvPr>
          <p:cNvSpPr txBox="1"/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entry contains: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23419D-155C-0B6A-1DA3-6B300153A3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83631"/>
              </p:ext>
            </p:extLst>
          </p:nvPr>
        </p:nvGraphicFramePr>
        <p:xfrm>
          <a:off x="864158" y="2633472"/>
          <a:ext cx="10478696" cy="35863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213049">
                  <a:extLst>
                    <a:ext uri="{9D8B030D-6E8A-4147-A177-3AD203B41FA5}">
                      <a16:colId xmlns:a16="http://schemas.microsoft.com/office/drawing/2014/main" val="749123537"/>
                    </a:ext>
                  </a:extLst>
                </a:gridCol>
                <a:gridCol w="6265647">
                  <a:extLst>
                    <a:ext uri="{9D8B030D-6E8A-4147-A177-3AD203B41FA5}">
                      <a16:colId xmlns:a16="http://schemas.microsoft.com/office/drawing/2014/main" val="728818341"/>
                    </a:ext>
                  </a:extLst>
                </a:gridCol>
              </a:tblGrid>
              <a:tr h="44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Field:</a:t>
                      </a:r>
                    </a:p>
                  </a:txBody>
                  <a:tcPr marL="101885" marR="101885" marT="50943" marB="50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Description:</a:t>
                      </a:r>
                    </a:p>
                  </a:txBody>
                  <a:tcPr marL="101885" marR="101885" marT="50943" marB="50943" anchor="ctr"/>
                </a:tc>
                <a:extLst>
                  <a:ext uri="{0D108BD9-81ED-4DB2-BD59-A6C34878D82A}">
                    <a16:rowId xmlns:a16="http://schemas.microsoft.com/office/drawing/2014/main" val="4055206769"/>
                  </a:ext>
                </a:extLst>
              </a:tr>
              <a:tr h="44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ID</a:t>
                      </a:r>
                    </a:p>
                  </a:txBody>
                  <a:tcPr marL="101885" marR="101885" marT="50943" marB="50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Unique entry identifier</a:t>
                      </a:r>
                    </a:p>
                  </a:txBody>
                  <a:tcPr marL="101885" marR="101885" marT="50943" marB="50943" anchor="ctr"/>
                </a:tc>
                <a:extLst>
                  <a:ext uri="{0D108BD9-81ED-4DB2-BD59-A6C34878D82A}">
                    <a16:rowId xmlns:a16="http://schemas.microsoft.com/office/drawing/2014/main" val="2037824904"/>
                  </a:ext>
                </a:extLst>
              </a:tr>
              <a:tr h="44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Created At</a:t>
                      </a:r>
                    </a:p>
                  </a:txBody>
                  <a:tcPr marL="101885" marR="101885" marT="50943" marB="50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Timestamp</a:t>
                      </a:r>
                    </a:p>
                  </a:txBody>
                  <a:tcPr marL="101885" marR="101885" marT="50943" marB="50943" anchor="ctr"/>
                </a:tc>
                <a:extLst>
                  <a:ext uri="{0D108BD9-81ED-4DB2-BD59-A6C34878D82A}">
                    <a16:rowId xmlns:a16="http://schemas.microsoft.com/office/drawing/2014/main" val="1760508158"/>
                  </a:ext>
                </a:extLst>
              </a:tr>
              <a:tr h="44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Date</a:t>
                      </a:r>
                    </a:p>
                  </a:txBody>
                  <a:tcPr marL="101885" marR="101885" marT="50943" marB="50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Wellness date</a:t>
                      </a:r>
                    </a:p>
                  </a:txBody>
                  <a:tcPr marL="101885" marR="101885" marT="50943" marB="50943" anchor="ctr"/>
                </a:tc>
                <a:extLst>
                  <a:ext uri="{0D108BD9-81ED-4DB2-BD59-A6C34878D82A}">
                    <a16:rowId xmlns:a16="http://schemas.microsoft.com/office/drawing/2014/main" val="2139940447"/>
                  </a:ext>
                </a:extLst>
              </a:tr>
              <a:tr h="44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Sleep Hours</a:t>
                      </a:r>
                    </a:p>
                  </a:txBody>
                  <a:tcPr marL="101885" marR="101885" marT="50943" marB="50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Hours slept</a:t>
                      </a:r>
                    </a:p>
                  </a:txBody>
                  <a:tcPr marL="101885" marR="101885" marT="50943" marB="50943" anchor="ctr"/>
                </a:tc>
                <a:extLst>
                  <a:ext uri="{0D108BD9-81ED-4DB2-BD59-A6C34878D82A}">
                    <a16:rowId xmlns:a16="http://schemas.microsoft.com/office/drawing/2014/main" val="1189418516"/>
                  </a:ext>
                </a:extLst>
              </a:tr>
              <a:tr h="44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Water Intake</a:t>
                      </a:r>
                    </a:p>
                  </a:txBody>
                  <a:tcPr marL="101885" marR="101885" marT="50943" marB="50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Water consumed</a:t>
                      </a:r>
                    </a:p>
                  </a:txBody>
                  <a:tcPr marL="101885" marR="101885" marT="50943" marB="50943" anchor="ctr"/>
                </a:tc>
                <a:extLst>
                  <a:ext uri="{0D108BD9-81ED-4DB2-BD59-A6C34878D82A}">
                    <a16:rowId xmlns:a16="http://schemas.microsoft.com/office/drawing/2014/main" val="2707842211"/>
                  </a:ext>
                </a:extLst>
              </a:tr>
              <a:tr h="44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Exercise Time</a:t>
                      </a:r>
                    </a:p>
                  </a:txBody>
                  <a:tcPr marL="101885" marR="101885" marT="50943" marB="50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Exercise duration</a:t>
                      </a:r>
                    </a:p>
                  </a:txBody>
                  <a:tcPr marL="101885" marR="101885" marT="50943" marB="50943" anchor="ctr"/>
                </a:tc>
                <a:extLst>
                  <a:ext uri="{0D108BD9-81ED-4DB2-BD59-A6C34878D82A}">
                    <a16:rowId xmlns:a16="http://schemas.microsoft.com/office/drawing/2014/main" val="1471979957"/>
                  </a:ext>
                </a:extLst>
              </a:tr>
              <a:tr h="44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Notes</a:t>
                      </a:r>
                    </a:p>
                  </a:txBody>
                  <a:tcPr marL="101885" marR="101885" marT="50943" marB="509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Additional comments</a:t>
                      </a:r>
                    </a:p>
                  </a:txBody>
                  <a:tcPr marL="101885" marR="101885" marT="50943" marB="50943" anchor="ctr"/>
                </a:tc>
                <a:extLst>
                  <a:ext uri="{0D108BD9-81ED-4DB2-BD59-A6C34878D82A}">
                    <a16:rowId xmlns:a16="http://schemas.microsoft.com/office/drawing/2014/main" val="642865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27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41166-2A60-22B3-AE52-E8129788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u="sng">
                <a:solidFill>
                  <a:srgbClr val="FFFFFF"/>
                </a:solidFill>
              </a:rPr>
              <a:t>Supported Operations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590E5-80D6-5740-1C19-0AC5E18CF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Create</a:t>
            </a:r>
          </a:p>
          <a:p>
            <a:r>
              <a:rPr lang="en-US" sz="2200"/>
              <a:t>POST /wellness</a:t>
            </a:r>
          </a:p>
          <a:p>
            <a:r>
              <a:rPr lang="en-US" sz="2200"/>
              <a:t>Creates a new entry.</a:t>
            </a:r>
          </a:p>
          <a:p>
            <a:pPr marL="0" indent="0">
              <a:buNone/>
            </a:pPr>
            <a:r>
              <a:rPr lang="en-US" sz="2200" b="1"/>
              <a:t>Read</a:t>
            </a:r>
          </a:p>
          <a:p>
            <a:r>
              <a:rPr lang="en-US" sz="2200"/>
              <a:t>GET /wellness</a:t>
            </a:r>
            <a:br>
              <a:rPr lang="en-US" sz="2200"/>
            </a:br>
            <a:r>
              <a:rPr lang="en-US" sz="2200"/>
              <a:t>GET /wellness/entry/{id}</a:t>
            </a:r>
          </a:p>
          <a:p>
            <a:r>
              <a:rPr lang="en-US" sz="2200"/>
              <a:t>Retrieves entries.</a:t>
            </a:r>
          </a:p>
          <a:p>
            <a:pPr marL="0" indent="0">
              <a:buNone/>
            </a:pPr>
            <a:r>
              <a:rPr lang="en-US" sz="2200" b="1"/>
              <a:t>Update</a:t>
            </a:r>
          </a:p>
          <a:p>
            <a:r>
              <a:rPr lang="en-US" sz="2200"/>
              <a:t>PUT /wellness/{id}</a:t>
            </a:r>
          </a:p>
          <a:p>
            <a:r>
              <a:rPr lang="en-US" sz="2200"/>
              <a:t>Updates an existing entry.</a:t>
            </a:r>
          </a:p>
          <a:p>
            <a:pPr marL="0" indent="0">
              <a:buNone/>
            </a:pPr>
            <a:r>
              <a:rPr lang="en-US" sz="2200" b="1"/>
              <a:t>Delete</a:t>
            </a:r>
          </a:p>
          <a:p>
            <a:r>
              <a:rPr lang="en-US" sz="2200"/>
              <a:t>DELETE /wellness/{id}</a:t>
            </a:r>
          </a:p>
          <a:p>
            <a:r>
              <a:rPr lang="en-US" sz="2200"/>
              <a:t>Removes an entry.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59030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70FAD-3B03-4E08-E01D-D5900434C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b="1">
                <a:solidFill>
                  <a:srgbClr val="FFFFFF"/>
                </a:solidFill>
              </a:rPr>
              <a:t>Pydantic Validation</a:t>
            </a:r>
            <a:br>
              <a:rPr lang="en-US" sz="5600">
                <a:solidFill>
                  <a:srgbClr val="FFFFFF"/>
                </a:solidFill>
              </a:rPr>
            </a:br>
            <a:endParaRPr lang="en-US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21289-DFC3-B6DE-2087-CD4B0C099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Examples: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sleep_hours: float = Field(ge=0, le=24)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water_intake: int = Field(ge=0, le=1000)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exercise_time int = Field(ge=0, le=1000)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notes: str = Field(max_length=1000)</a:t>
            </a:r>
          </a:p>
          <a:p>
            <a:pPr marL="0" indent="0">
              <a:buNone/>
            </a:pP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Validation Rules: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Sleep must be 0–24 hours 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Water intake must be positive 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Exercise time must be valid 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Notes have length limits </a:t>
            </a:r>
          </a:p>
          <a:p>
            <a:pPr marL="0" indent="0">
              <a:buNone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Pydantic automatically validates incoming data before it reaches the application logic.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766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DC402-4EC2-A5A1-5EE1-8AFA8C49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/>
              <a:t>Data Storage: JSON-Based Persistence</a:t>
            </a:r>
            <a:br>
              <a:rPr lang="en-US" sz="4200" b="1"/>
            </a:br>
            <a:endParaRPr lang="en-US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2C918-4176-3F2F-8689-02A1B8E54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5156512"/>
          </a:xfrm>
        </p:spPr>
        <p:txBody>
          <a:bodyPr numCol="2">
            <a:normAutofit/>
          </a:bodyPr>
          <a:lstStyle/>
          <a:p>
            <a:r>
              <a:rPr lang="en-US" sz="2200" dirty="0"/>
              <a:t>File: </a:t>
            </a:r>
            <a:r>
              <a:rPr lang="en-US" sz="2200" dirty="0" err="1"/>
              <a:t>wellness_tracker.json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Example:</a:t>
            </a:r>
          </a:p>
          <a:p>
            <a:pPr marL="0" indent="0">
              <a:buNone/>
            </a:pPr>
            <a:r>
              <a:rPr lang="en-US" sz="2000" dirty="0"/>
              <a:t>[</a:t>
            </a:r>
            <a:br>
              <a:rPr lang="en-US" sz="2000" dirty="0"/>
            </a:br>
            <a:r>
              <a:rPr lang="en-US" sz="2000" dirty="0"/>
              <a:t>  {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        "id": "ENT-1",    </a:t>
            </a:r>
          </a:p>
          <a:p>
            <a:r>
              <a:rPr lang="en-US" sz="2000" dirty="0"/>
              <a:t>        "</a:t>
            </a:r>
            <a:r>
              <a:rPr lang="en-US" sz="2000" dirty="0" err="1"/>
              <a:t>created_at</a:t>
            </a:r>
            <a:r>
              <a:rPr lang="en-US" sz="2000" dirty="0"/>
              <a:t>": "2026-06-19 10:54",</a:t>
            </a:r>
          </a:p>
          <a:p>
            <a:r>
              <a:rPr lang="en-US" sz="2000" dirty="0"/>
              <a:t>        "date": "2026-06-19",</a:t>
            </a:r>
          </a:p>
          <a:p>
            <a:r>
              <a:rPr lang="en-US" sz="2000" dirty="0"/>
              <a:t>        "</a:t>
            </a:r>
            <a:r>
              <a:rPr lang="en-US" sz="2000" dirty="0" err="1"/>
              <a:t>sleep_hours</a:t>
            </a:r>
            <a:r>
              <a:rPr lang="en-US" sz="2000" dirty="0"/>
              <a:t>": 8.0,</a:t>
            </a:r>
          </a:p>
          <a:p>
            <a:r>
              <a:rPr lang="en-US" sz="2000" dirty="0"/>
              <a:t>        "</a:t>
            </a:r>
            <a:r>
              <a:rPr lang="en-US" sz="2000" dirty="0" err="1"/>
              <a:t>water_intake</a:t>
            </a:r>
            <a:r>
              <a:rPr lang="en-US" sz="2000" dirty="0"/>
              <a:t>": 100,</a:t>
            </a:r>
          </a:p>
          <a:p>
            <a:r>
              <a:rPr lang="en-US" sz="2000" dirty="0"/>
              <a:t>        "</a:t>
            </a:r>
            <a:r>
              <a:rPr lang="en-US" sz="2000" dirty="0" err="1"/>
              <a:t>exercise_time</a:t>
            </a:r>
            <a:r>
              <a:rPr lang="en-US" sz="2000" dirty="0"/>
              <a:t>": 60,</a:t>
            </a:r>
          </a:p>
          <a:p>
            <a:r>
              <a:rPr lang="en-US" sz="2000" dirty="0"/>
              <a:t>        "notes": “Great Day"</a:t>
            </a:r>
            <a:br>
              <a:rPr lang="en-US" sz="2000" dirty="0"/>
            </a:br>
            <a:r>
              <a:rPr lang="en-US" sz="2000" dirty="0"/>
              <a:t>  }</a:t>
            </a:r>
            <a:br>
              <a:rPr lang="en-US" sz="2000" dirty="0"/>
            </a:br>
            <a:r>
              <a:rPr lang="en-US" sz="2000" dirty="0"/>
              <a:t>]</a:t>
            </a:r>
            <a:endParaRPr lang="en-US" sz="2000" b="1" dirty="0"/>
          </a:p>
          <a:p>
            <a:pPr marL="0" indent="0">
              <a:buNone/>
            </a:pPr>
            <a:r>
              <a:rPr lang="en-US" sz="2200" b="1" dirty="0"/>
              <a:t>Advantages</a:t>
            </a:r>
          </a:p>
          <a:p>
            <a:r>
              <a:rPr lang="en-US" sz="2200" dirty="0"/>
              <a:t>Simple implementation </a:t>
            </a:r>
          </a:p>
          <a:p>
            <a:r>
              <a:rPr lang="en-US" sz="2200" dirty="0"/>
              <a:t>Human-readable </a:t>
            </a:r>
          </a:p>
          <a:p>
            <a:r>
              <a:rPr lang="en-US" sz="2200" dirty="0"/>
              <a:t>No database required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62666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427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Wellness Tracker </vt:lpstr>
      <vt:lpstr>Overview</vt:lpstr>
      <vt:lpstr>Components</vt:lpstr>
      <vt:lpstr>Wellness Entry</vt:lpstr>
      <vt:lpstr>Supported Operations</vt:lpstr>
      <vt:lpstr>Pydantic Validation </vt:lpstr>
      <vt:lpstr>Data Storage: JSON-Based Persistence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White</dc:creator>
  <cp:lastModifiedBy>Mark White</cp:lastModifiedBy>
  <cp:revision>2</cp:revision>
  <dcterms:created xsi:type="dcterms:W3CDTF">2026-06-23T04:18:28Z</dcterms:created>
  <dcterms:modified xsi:type="dcterms:W3CDTF">2026-06-23T21:46:15Z</dcterms:modified>
</cp:coreProperties>
</file>