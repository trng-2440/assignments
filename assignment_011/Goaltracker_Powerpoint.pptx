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 Light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5" Type="http://schemas.openxmlformats.org/officeDocument/2006/relationships/font" Target="fonts/InterLight-regular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Light-italic.fntdata"/><Relationship Id="rId16" Type="http://schemas.openxmlformats.org/officeDocument/2006/relationships/font" Target="fonts/InterLight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23231d7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23231d7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23231d707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23231d707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23c41a8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23c41a8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23c41a8d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23c41a8d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23231d707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23231d70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</a:t>
            </a: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3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 type="secHead">
  <p:cSld name="SECTION_HEADER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28" name="Google Shape;28;p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0" name="Google Shape;30;p4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 type="tx">
  <p:cSld name="TITLE_AND_BODY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5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" name="Google Shape;39;p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 type="twoColTx">
  <p:cSld name="TITLE_AND_TWO_COLUMNS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" name="Google Shape;44;p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6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" name="Google Shape;48;p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6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 type="titleOnly">
  <p:cSld name="TITLE_ONLY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3" name="Google Shape;53;p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7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7" name="Google Shape;57;p7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8" name="Google Shape;58;p7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9" name="Google Shape;59;p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7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4" name="Google Shape;64;p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8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66" name="Google Shape;66;p8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68" name="Google Shape;68;p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8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MAIN_POINT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>
            <p:ph idx="2" type="pic"/>
          </p:nvPr>
        </p:nvSpPr>
        <p:spPr>
          <a:xfrm>
            <a:off x="5663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3" name="Google Shape;73;p9"/>
          <p:cNvSpPr/>
          <p:nvPr>
            <p:ph idx="3" type="pic"/>
          </p:nvPr>
        </p:nvSpPr>
        <p:spPr>
          <a:xfrm>
            <a:off x="2588275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4" name="Google Shape;74;p9"/>
          <p:cNvSpPr/>
          <p:nvPr>
            <p:ph idx="4" type="pic"/>
          </p:nvPr>
        </p:nvSpPr>
        <p:spPr>
          <a:xfrm>
            <a:off x="4613113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5" name="Google Shape;75;p9"/>
          <p:cNvSpPr/>
          <p:nvPr>
            <p:ph idx="5" type="pic"/>
          </p:nvPr>
        </p:nvSpPr>
        <p:spPr>
          <a:xfrm>
            <a:off x="66379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cxnSp>
        <p:nvCxnSpPr>
          <p:cNvPr id="76" name="Google Shape;76;p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9"/>
          <p:cNvSpPr txBox="1"/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1" type="subTitle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6" type="subTitle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7" type="subTitle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8" type="subTitle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rrent Market / Market Size">
  <p:cSld name="SECTION_TITLE_AND_DESCRIPTION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87" name="Google Shape;87;p1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0"/>
          <p:cNvSpPr txBox="1"/>
          <p:nvPr>
            <p:ph idx="1" type="subTitle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2" type="body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3" type="subTitle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4" type="body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5" type="subTitle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6" type="body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99" name="Google Shape;99;p1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1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02" name="Google Shape;102;p11"/>
          <p:cNvCxnSpPr>
            <a:endCxn id="103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1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1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1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1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2" name="Google Shape;112;p11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1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2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20" name="Google Shape;120;p12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Header">
  <p:cSld name="BIG_NUMBER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>
            <p:ph idx="2" type="pic"/>
          </p:nvPr>
        </p:nvSpPr>
        <p:spPr>
          <a:xfrm>
            <a:off x="213750" y="586950"/>
            <a:ext cx="8701800" cy="2327100"/>
          </a:xfrm>
          <a:prstGeom prst="roundRect">
            <a:avLst>
              <a:gd fmla="val 3913" name="adj"/>
            </a:avLst>
          </a:prstGeom>
          <a:noFill/>
          <a:ln>
            <a:noFill/>
          </a:ln>
        </p:spPr>
      </p:sp>
      <p:sp>
        <p:nvSpPr>
          <p:cNvPr id="126" name="Google Shape;126;p1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3"/>
          <p:cNvSpPr txBox="1"/>
          <p:nvPr>
            <p:ph idx="1" type="body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9" name="Google Shape;129;p1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 type="blank">
  <p:cSld name="BLANK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133" name="Google Shape;133;p14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134" name="Google Shape;134;p1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4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1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5"/>
          <p:cNvSpPr txBox="1"/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47" name="Google Shape;147;p15"/>
          <p:cNvSpPr txBox="1"/>
          <p:nvPr>
            <p:ph idx="1" type="subTitle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48" name="Google Shape;148;p15"/>
          <p:cNvSpPr txBox="1"/>
          <p:nvPr>
            <p:ph idx="2" type="body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3" type="subTitle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0" name="Google Shape;150;p15"/>
          <p:cNvSpPr txBox="1"/>
          <p:nvPr>
            <p:ph idx="4" type="body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5" type="subTitle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2" name="Google Shape;152;p15"/>
          <p:cNvSpPr txBox="1"/>
          <p:nvPr>
            <p:ph idx="6" type="body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7" type="subTitle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4" name="Google Shape;154;p15"/>
          <p:cNvSpPr txBox="1"/>
          <p:nvPr>
            <p:ph idx="8" type="body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9" type="subTitle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6" name="Google Shape;156;p15"/>
          <p:cNvSpPr txBox="1"/>
          <p:nvPr>
            <p:ph idx="13" type="body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14" type="subTitle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8" name="Google Shape;158;p15"/>
          <p:cNvSpPr txBox="1"/>
          <p:nvPr>
            <p:ph idx="15" type="body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9" name="Google Shape;159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/ Benefits">
  <p:cSld name="CUSTOM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4" name="Google Shape;164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6"/>
          <p:cNvSpPr txBox="1"/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/>
        </p:txBody>
      </p:sp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67" name="Google Shape;167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6"/>
          <p:cNvSpPr txBox="1"/>
          <p:nvPr>
            <p:ph idx="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">
    <p:bg>
      <p:bgPr>
        <a:solidFill>
          <a:schemeClr val="dk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>
            <p:ph idx="2" type="pic"/>
          </p:nvPr>
        </p:nvSpPr>
        <p:spPr>
          <a:xfrm>
            <a:off x="2118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  <p:sp>
        <p:nvSpPr>
          <p:cNvPr id="172" name="Google Shape;172;p17"/>
          <p:cNvSpPr/>
          <p:nvPr>
            <p:ph idx="3" type="pic"/>
          </p:nvPr>
        </p:nvSpPr>
        <p:spPr>
          <a:xfrm>
            <a:off x="46397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Competition">
  <p:cSld name="CUSTOM_2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>
            <p:ph idx="2" type="pic"/>
          </p:nvPr>
        </p:nvSpPr>
        <p:spPr>
          <a:xfrm>
            <a:off x="40147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5" name="Google Shape;175;p18"/>
          <p:cNvSpPr/>
          <p:nvPr>
            <p:ph idx="3" type="pic"/>
          </p:nvPr>
        </p:nvSpPr>
        <p:spPr>
          <a:xfrm>
            <a:off x="568857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6" name="Google Shape;176;p18"/>
          <p:cNvSpPr/>
          <p:nvPr>
            <p:ph idx="4" type="pic"/>
          </p:nvPr>
        </p:nvSpPr>
        <p:spPr>
          <a:xfrm>
            <a:off x="73624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7" name="Google Shape;177;p18"/>
          <p:cNvSpPr/>
          <p:nvPr>
            <p:ph idx="5" type="pic"/>
          </p:nvPr>
        </p:nvSpPr>
        <p:spPr>
          <a:xfrm>
            <a:off x="40147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8" name="Google Shape;178;p18"/>
          <p:cNvSpPr/>
          <p:nvPr>
            <p:ph idx="6" type="pic"/>
          </p:nvPr>
        </p:nvSpPr>
        <p:spPr>
          <a:xfrm>
            <a:off x="568857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9" name="Google Shape;179;p18"/>
          <p:cNvSpPr/>
          <p:nvPr>
            <p:ph idx="7" type="pic"/>
          </p:nvPr>
        </p:nvSpPr>
        <p:spPr>
          <a:xfrm>
            <a:off x="73624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cxnSp>
        <p:nvCxnSpPr>
          <p:cNvPr id="180" name="Google Shape;180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8"/>
          <p:cNvSpPr txBox="1"/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3" name="Google Shape;183;p18"/>
          <p:cNvSpPr txBox="1"/>
          <p:nvPr>
            <p:ph idx="8" type="body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9" type="subTitle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5" name="Google Shape;185;p18"/>
          <p:cNvSpPr txBox="1"/>
          <p:nvPr>
            <p:ph idx="13" type="subTitle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6" name="Google Shape;186;p18"/>
          <p:cNvSpPr txBox="1"/>
          <p:nvPr>
            <p:ph idx="14" type="subTitle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7" name="Google Shape;187;p18"/>
          <p:cNvSpPr txBox="1"/>
          <p:nvPr>
            <p:ph idx="15" type="subTitle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8" name="Google Shape;188;p18"/>
          <p:cNvSpPr txBox="1"/>
          <p:nvPr>
            <p:ph idx="16" type="subTitle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9" name="Google Shape;189;p18"/>
          <p:cNvSpPr txBox="1"/>
          <p:nvPr>
            <p:ph idx="17" type="subTitle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0" name="Google Shape;190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1_1">
    <p:bg>
      <p:bgPr>
        <a:solidFill>
          <a:schemeClr val="dk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>
            <p:ph idx="2" type="pic"/>
          </p:nvPr>
        </p:nvSpPr>
        <p:spPr>
          <a:xfrm>
            <a:off x="2286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5" name="Google Shape;195;p19"/>
          <p:cNvSpPr/>
          <p:nvPr>
            <p:ph idx="3" type="pic"/>
          </p:nvPr>
        </p:nvSpPr>
        <p:spPr>
          <a:xfrm>
            <a:off x="39319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6" name="Google Shape;196;p19"/>
          <p:cNvSpPr/>
          <p:nvPr>
            <p:ph idx="4" type="pic"/>
          </p:nvPr>
        </p:nvSpPr>
        <p:spPr>
          <a:xfrm>
            <a:off x="7635600" y="59262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7" name="Google Shape;197;p19"/>
          <p:cNvSpPr/>
          <p:nvPr>
            <p:ph idx="5" type="pic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8" name="Google Shape;198;p19"/>
          <p:cNvSpPr/>
          <p:nvPr>
            <p:ph idx="6" type="pic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9" name="Google Shape;199;p19"/>
          <p:cNvSpPr/>
          <p:nvPr>
            <p:ph idx="7" type="pic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0" name="Google Shape;200;p19"/>
          <p:cNvSpPr/>
          <p:nvPr>
            <p:ph idx="8" type="pic"/>
          </p:nvPr>
        </p:nvSpPr>
        <p:spPr>
          <a:xfrm>
            <a:off x="1545425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1" name="Google Shape;201;p19"/>
          <p:cNvSpPr/>
          <p:nvPr>
            <p:ph idx="9" type="pic"/>
          </p:nvPr>
        </p:nvSpPr>
        <p:spPr>
          <a:xfrm>
            <a:off x="3932063" y="1963950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2" name="Google Shape;202;p19"/>
          <p:cNvSpPr/>
          <p:nvPr>
            <p:ph idx="13" type="pic"/>
          </p:nvPr>
        </p:nvSpPr>
        <p:spPr>
          <a:xfrm>
            <a:off x="5248888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3" name="Google Shape;203;p19"/>
          <p:cNvSpPr/>
          <p:nvPr>
            <p:ph idx="14" type="pic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4" name="Google Shape;204;p19"/>
          <p:cNvSpPr/>
          <p:nvPr>
            <p:ph idx="15" type="pic"/>
          </p:nvPr>
        </p:nvSpPr>
        <p:spPr>
          <a:xfrm>
            <a:off x="2286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5" name="Google Shape;205;p19"/>
          <p:cNvSpPr/>
          <p:nvPr>
            <p:ph idx="16" type="pic"/>
          </p:nvPr>
        </p:nvSpPr>
        <p:spPr>
          <a:xfrm>
            <a:off x="39319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6" name="Google Shape;206;p19"/>
          <p:cNvSpPr/>
          <p:nvPr>
            <p:ph idx="17" type="pic"/>
          </p:nvPr>
        </p:nvSpPr>
        <p:spPr>
          <a:xfrm>
            <a:off x="7635600" y="333527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7" name="Google Shape;207;p19"/>
          <p:cNvSpPr/>
          <p:nvPr>
            <p:ph idx="18" type="pic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19"/>
          <p:cNvSpPr/>
          <p:nvPr>
            <p:ph idx="19" type="pic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19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10" name="Google Shape;210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2" name="Google Shape;242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247" name="Google Shape;2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6" name="Google Shape;266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" name="Google Shape;278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3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06" name="Google Shape;30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7" name="Google Shape;30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0" name="Google Shape;31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7" name="Google Shape;3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32" name="Google Shape;332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b="1"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>
            <p:ph type="title"/>
          </p:nvPr>
        </p:nvSpPr>
        <p:spPr>
          <a:xfrm>
            <a:off x="420875" y="1705496"/>
            <a:ext cx="43248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Tracker</a:t>
            </a:r>
            <a:endParaRPr/>
          </a:p>
        </p:txBody>
      </p:sp>
      <p:pic>
        <p:nvPicPr>
          <p:cNvPr descr="Abstract image of blue ribbons on a black background." id="340" name="Google Shape;340;p41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2944" r="32256" t="0"/>
          <a:stretch/>
        </p:blipFill>
        <p:spPr>
          <a:xfrm>
            <a:off x="5039775" y="196800"/>
            <a:ext cx="3905400" cy="4749900"/>
          </a:xfrm>
          <a:prstGeom prst="roundRect">
            <a:avLst>
              <a:gd fmla="val 16667" name="adj"/>
            </a:avLst>
          </a:prstGeom>
        </p:spPr>
      </p:pic>
      <p:sp>
        <p:nvSpPr>
          <p:cNvPr id="341" name="Google Shape;341;p41"/>
          <p:cNvSpPr/>
          <p:nvPr/>
        </p:nvSpPr>
        <p:spPr>
          <a:xfrm>
            <a:off x="560525" y="1083400"/>
            <a:ext cx="1962600" cy="410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Ariyan Shaikh</a:t>
            </a:r>
            <a:endParaRPr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2" name="Google Shape;342;p41" title="fastap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5050" y="382675"/>
            <a:ext cx="2694826" cy="8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1" title="Gemini_Generated_Image_jt4b3tjt4b3tjt4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">
            <a:off x="5278362" y="1898124"/>
            <a:ext cx="3428227" cy="18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type="title"/>
          </p:nvPr>
        </p:nvSpPr>
        <p:spPr>
          <a:xfrm>
            <a:off x="420875" y="203200"/>
            <a:ext cx="37593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Structure</a:t>
            </a:r>
            <a:endParaRPr/>
          </a:p>
        </p:txBody>
      </p:sp>
      <p:sp>
        <p:nvSpPr>
          <p:cNvPr id="349" name="Google Shape;349;p42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0" name="Google Shape;3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738" y="700750"/>
            <a:ext cx="267652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412" y="1857288"/>
            <a:ext cx="2045177" cy="39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42"/>
          <p:cNvCxnSpPr>
            <a:stCxn id="350" idx="2"/>
            <a:endCxn id="353" idx="0"/>
          </p:cNvCxnSpPr>
          <p:nvPr/>
        </p:nvCxnSpPr>
        <p:spPr>
          <a:xfrm flipH="1">
            <a:off x="1586700" y="1405600"/>
            <a:ext cx="2985300" cy="638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42"/>
          <p:cNvCxnSpPr>
            <a:stCxn id="350" idx="2"/>
            <a:endCxn id="351" idx="0"/>
          </p:cNvCxnSpPr>
          <p:nvPr/>
        </p:nvCxnSpPr>
        <p:spPr>
          <a:xfrm>
            <a:off x="4572000" y="1405600"/>
            <a:ext cx="0" cy="451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42"/>
          <p:cNvCxnSpPr>
            <a:stCxn id="350" idx="2"/>
            <a:endCxn id="356" idx="0"/>
          </p:cNvCxnSpPr>
          <p:nvPr/>
        </p:nvCxnSpPr>
        <p:spPr>
          <a:xfrm>
            <a:off x="4572000" y="1405600"/>
            <a:ext cx="2915100" cy="638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53" name="Google Shape;35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450" y="2043700"/>
            <a:ext cx="2054295" cy="29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8658" y="2324275"/>
            <a:ext cx="1966682" cy="256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5714" y="2043700"/>
            <a:ext cx="2322606" cy="27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type="title"/>
          </p:nvPr>
        </p:nvSpPr>
        <p:spPr>
          <a:xfrm>
            <a:off x="3220838" y="293725"/>
            <a:ext cx="2722500" cy="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Entities!</a:t>
            </a:r>
            <a:endParaRPr/>
          </a:p>
        </p:txBody>
      </p:sp>
      <p:pic>
        <p:nvPicPr>
          <p:cNvPr id="363" name="Google Shape;3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388" y="1146300"/>
            <a:ext cx="6323287" cy="371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534006">
            <a:off x="5652954" y="293717"/>
            <a:ext cx="786300" cy="7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16823">
            <a:off x="2316080" y="175267"/>
            <a:ext cx="786300" cy="7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 demonstration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452575" y="2059600"/>
            <a:ext cx="41193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en"/>
              <a:t>Use faster language.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/>
              <a:t>Use db instead of json files.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/>
              <a:t>Use JWT for authentication.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erson working on a laptop while holding a smartphone." id="376" name="Google Shape;376;p4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877" l="0" r="0" t="5877"/>
          <a:stretch/>
        </p:blipFill>
        <p:spPr>
          <a:xfrm>
            <a:off x="5039775" y="203250"/>
            <a:ext cx="3905400" cy="2298600"/>
          </a:xfrm>
          <a:prstGeom prst="roundRect">
            <a:avLst>
              <a:gd fmla="val 16667" name="adj"/>
            </a:avLst>
          </a:prstGeom>
        </p:spPr>
      </p:pic>
      <p:pic>
        <p:nvPicPr>
          <p:cNvPr descr="Office workers collaborating around a computer." id="377" name="Google Shape;377;p45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532" l="0" r="0" t="3532"/>
          <a:stretch/>
        </p:blipFill>
        <p:spPr>
          <a:xfrm>
            <a:off x="5039775" y="2624675"/>
            <a:ext cx="3905400" cy="2298600"/>
          </a:xfrm>
          <a:prstGeom prst="roundRect">
            <a:avLst>
              <a:gd fmla="val 16667" name="adj"/>
            </a:avLst>
          </a:prstGeom>
        </p:spPr>
      </p:pic>
      <p:sp>
        <p:nvSpPr>
          <p:cNvPr id="378" name="Google Shape;378;p45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Production version</a:t>
            </a:r>
            <a:endParaRPr/>
          </a:p>
        </p:txBody>
      </p:sp>
      <p:sp>
        <p:nvSpPr>
          <p:cNvPr id="379" name="Google Shape;379;p4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